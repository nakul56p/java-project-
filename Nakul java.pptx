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_rels/theme1.xml.rels" ContentType="application/vnd.openxmlformats-package.relationshi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jpeg" ContentType="image/jpeg"/>
  <Override PartName="/ppt/media/image4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A21EB4-44C8-4373-B0FD-E71FDA4400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uFillTx/>
                <a:latin typeface="Tw Cen MT Condensed"/>
              </a:rPr>
              <a:t>Click to edit Master title style</a:t>
            </a:r>
            <a:endParaRPr b="0" lang="en-US" sz="50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uFillTx/>
                <a:latin typeface="Tw Cen MT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Tw Cen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Tw Cen MT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Tw Cen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Tw Cen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uFillTx/>
                <a:latin typeface="Tw Cen MT Condensed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5B90B9ED-762C-40EC-8510-7F18C49A06B8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uFillTx/>
                <a:latin typeface="Tw Cen MT Condensed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080" y="0"/>
            <a:ext cx="406944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09960" y="640080"/>
            <a:ext cx="3429360" cy="561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C Programming Project Presentation</a:t>
            </a:r>
            <a:endParaRPr b="0" lang="en-US" sz="50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699800" y="2106360"/>
            <a:ext cx="7171920" cy="37447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Tw Cen MT"/>
              </a:rPr>
              <a:t>Project Title: Library Book Borrowing, Return and Fine Calculation System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Tw Cen MT"/>
              </a:rPr>
              <a:t>Course: Java Mini Project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Tw Cen MT"/>
              </a:rPr>
              <a:t>Student Name &amp; Roll No: NAKUL P [25BCS131]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Tw Cen MT"/>
              </a:rPr>
              <a:t>Department: Computer Science 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Tw Cen MT"/>
              </a:rPr>
              <a:t>Mentor / Guide: Aravind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pic>
        <p:nvPicPr>
          <p:cNvPr id="11" name="Picture 5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4699800" y="233280"/>
            <a:ext cx="6743520" cy="1685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1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Introduction</a:t>
            </a:r>
            <a:endParaRPr b="0" lang="en-US" sz="50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sp>
        <p:nvSpPr>
          <p:cNvPr id="15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cxnSp>
        <p:nvCxnSpPr>
          <p:cNvPr id="16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rgbClr val="1cade4">
                <a:alpha val="80000"/>
              </a:srgbClr>
            </a:solidFill>
            <a:round/>
          </a:ln>
        </p:spPr>
      </p:cxn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Library Book Borrowing System is used to manage book issue and return.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It helps students borrow books easily.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System records issue date and return date.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Fine is calculated for late return.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Reduces manual work in library.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Stores user and book details safely.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Improves accuracy and speed.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Useful for schools and colleges.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pic>
        <p:nvPicPr>
          <p:cNvPr id="18" name="Picture 6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C Programming Project Presentation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21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Objective</a:t>
            </a:r>
            <a:endParaRPr b="0" lang="en-US" sz="50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sp>
        <p:nvSpPr>
          <p:cNvPr id="23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cxnSp>
        <p:nvCxnSpPr>
          <p:cNvPr id="24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rgbClr val="1cade4">
                <a:alpha val="80000"/>
              </a:srgbClr>
            </a:solidFill>
            <a:round/>
          </a:ln>
        </p:spPr>
      </p:cxn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Main aim is to automate library process.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To track borrowed and returned books.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To calculate fine automatically.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To avoid manual errors.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To save time for librarian.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To maintain proper records.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To provide easy access to data.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pic>
        <p:nvPicPr>
          <p:cNvPr id="26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C Programming Project Presentation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29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Problem Statement</a:t>
            </a:r>
            <a:endParaRPr b="0" lang="en-US" sz="50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sp>
        <p:nvSpPr>
          <p:cNvPr id="31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cxnSp>
        <p:nvCxnSpPr>
          <p:cNvPr id="32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rgbClr val="1cade4">
                <a:alpha val="80000"/>
              </a:srgbClr>
            </a:solidFill>
            <a:round/>
          </a:ln>
        </p:spPr>
      </p:cxn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Manual system is time consuming.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Difficult to track book records.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Errors may occur in fine calculation.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Data may be lost or misplaced.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No proper monitoring system.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Delay in book return tracking.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pic>
        <p:nvPicPr>
          <p:cNvPr id="34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C Programming Project Presentation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7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System Requirements</a:t>
            </a:r>
            <a:endParaRPr b="0" lang="en-US" sz="50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sp>
        <p:nvSpPr>
          <p:cNvPr id="39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cxnSp>
        <p:nvCxnSpPr>
          <p:cNvPr id="40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rgbClr val="1cade4">
                <a:alpha val="80000"/>
              </a:srgbClr>
            </a:solidFill>
            <a:round/>
          </a:ln>
        </p:spPr>
      </p:cxn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IN" sz="1500" strike="noStrike" u="none">
                <a:solidFill>
                  <a:srgbClr val="ffffff"/>
                </a:solidFill>
                <a:uFillTx/>
                <a:latin typeface="Tw Cen MT"/>
              </a:rPr>
              <a:t>Hardware:</a:t>
            </a:r>
            <a:endParaRPr b="0" lang="en-US" sz="15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IN" sz="1500" strike="noStrike" u="none">
                <a:solidFill>
                  <a:srgbClr val="ffffff"/>
                </a:solidFill>
                <a:uFillTx/>
                <a:latin typeface="Tw Cen MT"/>
              </a:rPr>
              <a:t>Computer system</a:t>
            </a:r>
            <a:endParaRPr b="0" lang="en-US" sz="15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IN" sz="1500" strike="noStrike" u="none">
                <a:solidFill>
                  <a:srgbClr val="ffffff"/>
                </a:solidFill>
                <a:uFillTx/>
                <a:latin typeface="Tw Cen MT"/>
              </a:rPr>
              <a:t>Keyboard &amp; Mouse</a:t>
            </a:r>
            <a:endParaRPr b="0" lang="en-US" sz="15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IN" sz="1500" strike="noStrike" u="none">
                <a:solidFill>
                  <a:srgbClr val="ffffff"/>
                </a:solidFill>
                <a:uFillTx/>
                <a:latin typeface="Tw Cen MT"/>
              </a:rPr>
              <a:t>Minimum 4GB RAM</a:t>
            </a:r>
            <a:endParaRPr b="0" lang="en-US" sz="15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IN" sz="1500" strike="noStrike" u="none">
                <a:solidFill>
                  <a:srgbClr val="ffffff"/>
                </a:solidFill>
                <a:uFillTx/>
                <a:latin typeface="Tw Cen MT"/>
              </a:rPr>
              <a:t>Software:</a:t>
            </a:r>
            <a:endParaRPr b="0" lang="en-US" sz="15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IN" sz="1500" strike="noStrike" u="none">
                <a:solidFill>
                  <a:srgbClr val="ffffff"/>
                </a:solidFill>
                <a:uFillTx/>
                <a:latin typeface="Tw Cen MT"/>
              </a:rPr>
              <a:t>Java (JDK)</a:t>
            </a:r>
            <a:endParaRPr b="0" lang="en-US" sz="15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IN" sz="1500" strike="noStrike" u="none">
                <a:solidFill>
                  <a:srgbClr val="ffffff"/>
                </a:solidFill>
                <a:uFillTx/>
                <a:latin typeface="Tw Cen MT"/>
              </a:rPr>
              <a:t>IDE (Eclipse/NetBeans)</a:t>
            </a:r>
            <a:endParaRPr b="0" lang="en-US" sz="15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IN" sz="1500" strike="noStrike" u="none">
                <a:solidFill>
                  <a:srgbClr val="ffffff"/>
                </a:solidFill>
                <a:uFillTx/>
                <a:latin typeface="Tw Cen MT"/>
              </a:rPr>
              <a:t>Operating System (Windows/Linux)</a:t>
            </a:r>
            <a:endParaRPr b="0" lang="en-US" sz="15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pic>
        <p:nvPicPr>
          <p:cNvPr id="42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C Programming Project Presentation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45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System Design</a:t>
            </a:r>
            <a:endParaRPr b="0" lang="en-US" sz="50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sp>
        <p:nvSpPr>
          <p:cNvPr id="4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cxnSp>
        <p:nvCxnSpPr>
          <p:cNvPr id="48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rgbClr val="1cade4">
                <a:alpha val="80000"/>
              </a:srgbClr>
            </a:solidFill>
            <a:round/>
          </a:ln>
        </p:spPr>
      </p:cxn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User enters book details.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System checks availability.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Book is issued to user.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Return date is stored.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On return, system checks delay.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Fine is calculated if needed.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Data is updated in system.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pic>
        <p:nvPicPr>
          <p:cNvPr id="50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C Programming Project Presentation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53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Module Description</a:t>
            </a:r>
            <a:endParaRPr b="0" lang="en-US" sz="50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sp>
        <p:nvSpPr>
          <p:cNvPr id="55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cxnSp>
        <p:nvCxnSpPr>
          <p:cNvPr id="56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rgbClr val="1cade4">
                <a:alpha val="80000"/>
              </a:srgbClr>
            </a:solidFill>
            <a:round/>
          </a:ln>
        </p:spPr>
      </p:cxn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User Module – enter user details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Book Module – store book info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Issue Module – borrow books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Return Module – return books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Fine Module – calculate fine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Database Module – store records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pic>
        <p:nvPicPr>
          <p:cNvPr id="58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C Programming Project Presentation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1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Algorithm / Flowchart</a:t>
            </a:r>
            <a:endParaRPr b="0" lang="en-US" sz="50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sp>
        <p:nvSpPr>
          <p:cNvPr id="63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cxnSp>
        <p:nvCxnSpPr>
          <p:cNvPr id="64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rgbClr val="1cade4">
                <a:alpha val="80000"/>
              </a:srgbClr>
            </a:solidFill>
            <a:round/>
          </a:ln>
        </p:spPr>
      </p:cxn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25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Start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Enter user &amp; book details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Issue book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Store issue date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Enter return date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Check delay days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If delay → calculate fine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Display result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Stop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pic>
        <p:nvPicPr>
          <p:cNvPr id="66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C Programming Project Presentation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9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Implementation</a:t>
            </a:r>
            <a:endParaRPr b="0" lang="en-US" sz="50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sp>
        <p:nvSpPr>
          <p:cNvPr id="71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cxnSp>
        <p:nvCxnSpPr>
          <p:cNvPr id="72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rgbClr val="1cade4">
                <a:alpha val="80000"/>
              </a:srgbClr>
            </a:solidFill>
            <a:round/>
          </a:ln>
        </p:spPr>
      </p:cxn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Program is developed using Java.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Uses classes and methods.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Scanner used for input.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Conditions used for fine calculation.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Loop used for multiple users.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Output displayed in console.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pic>
        <p:nvPicPr>
          <p:cNvPr id="74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C Programming Project Presentation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77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Output Screens</a:t>
            </a:r>
            <a:endParaRPr b="0" lang="en-US" sz="50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sp>
        <p:nvSpPr>
          <p:cNvPr id="79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cxnSp>
        <p:nvCxnSpPr>
          <p:cNvPr id="80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rgbClr val="1cade4">
                <a:alpha val="80000"/>
              </a:srgbClr>
            </a:solidFill>
            <a:round/>
          </a:ln>
        </p:spPr>
      </p:cxn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pic>
        <p:nvPicPr>
          <p:cNvPr id="82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C Programming Project Presentation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2"/>
          <a:stretch/>
        </p:blipFill>
        <p:spPr>
          <a:xfrm>
            <a:off x="3262680" y="2267640"/>
            <a:ext cx="7968600" cy="186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" descr=""/>
          <p:cNvPicPr/>
          <p:nvPr/>
        </p:nvPicPr>
        <p:blipFill>
          <a:blip r:embed="rId3"/>
          <a:stretch/>
        </p:blipFill>
        <p:spPr>
          <a:xfrm>
            <a:off x="3261240" y="4347720"/>
            <a:ext cx="7938360" cy="1743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7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21600" rIns="2160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Results &amp; Discussion</a:t>
            </a:r>
            <a:endParaRPr b="0" lang="en-US" sz="50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sp>
        <p:nvSpPr>
          <p:cNvPr id="89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cxnSp>
        <p:nvCxnSpPr>
          <p:cNvPr id="90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rgbClr val="1cade4">
                <a:alpha val="80000"/>
              </a:srgbClr>
            </a:solidFill>
            <a:round/>
          </a:ln>
        </p:spPr>
      </p:cxn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System successfully manages book issue and return.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User details and book details are stored properly.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Fine is calculated correctly for late returns.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Reduces manual errors in library work.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Saves time for both user and librarian.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System is simple and easy to use.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Tw Cen MT"/>
              </a:rPr>
              <a:t>Performance is fast and reliable.</a:t>
            </a:r>
            <a:endParaRPr b="0" lang="en-US" sz="18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pic>
        <p:nvPicPr>
          <p:cNvPr id="92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C Programming Project Presentation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95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Conclusion &amp; Future Enhancement</a:t>
            </a:r>
            <a:endParaRPr b="0" lang="en-US" sz="50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sp>
        <p:nvSpPr>
          <p:cNvPr id="9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cxnSp>
        <p:nvCxnSpPr>
          <p:cNvPr id="98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rgbClr val="1cade4">
                <a:alpha val="80000"/>
              </a:srgbClr>
            </a:solidFill>
            <a:round/>
          </a:ln>
        </p:spPr>
      </p:cxn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Tw Cen MT"/>
              </a:rPr>
              <a:t>Project automates library operations effectively.</a:t>
            </a:r>
            <a:endParaRPr b="0" lang="en-US" sz="15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Tw Cen MT"/>
              </a:rPr>
              <a:t>Improves accuracy and data handling.</a:t>
            </a:r>
            <a:endParaRPr b="0" lang="en-US" sz="15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Tw Cen MT"/>
              </a:rPr>
              <a:t>Reduces workload of librarian.</a:t>
            </a:r>
            <a:endParaRPr b="0" lang="en-US" sz="15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Tw Cen MT"/>
              </a:rPr>
              <a:t>In future, can add database (MySQL).</a:t>
            </a:r>
            <a:endParaRPr b="0" lang="en-US" sz="15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Tw Cen MT"/>
              </a:rPr>
              <a:t>Can develop GUI using Java Swing.</a:t>
            </a:r>
            <a:endParaRPr b="0" lang="en-US" sz="15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Tw Cen MT"/>
              </a:rPr>
              <a:t>Online access can be added.</a:t>
            </a:r>
            <a:endParaRPr b="0" lang="en-US" sz="15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Tw Cen MT"/>
              </a:rPr>
              <a:t>Barcode system can also be implemented.</a:t>
            </a:r>
            <a:endParaRPr b="0" lang="en-US" sz="15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pic>
        <p:nvPicPr>
          <p:cNvPr id="100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C Programming Project Presentation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103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References / Acknowledgement</a:t>
            </a:r>
            <a:endParaRPr b="0" lang="en-US" sz="50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sp>
        <p:nvSpPr>
          <p:cNvPr id="105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cxnSp>
        <p:nvCxnSpPr>
          <p:cNvPr id="106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rgbClr val="1cade4">
                <a:alpha val="80000"/>
              </a:srgbClr>
            </a:solidFill>
            <a:round/>
          </a:ln>
        </p:spPr>
      </p:cxn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50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REFERENCE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Java Programming books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Online tutorials (W3Schools)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GeeksforGeeks website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College notes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ACKNOWLEDGEMENT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Thanks to our faculty for guidance.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Thanks to college for support.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Thanks to friends for help.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w Cen MT"/>
              </a:rPr>
              <a:t>Special thanks to online resources.</a:t>
            </a:r>
            <a:endParaRPr b="0" lang="en-US" sz="22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pic>
        <p:nvPicPr>
          <p:cNvPr id="108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C Programming Project Presentation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111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600" y="321840"/>
            <a:ext cx="11550960" cy="621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3945240" y="-399240"/>
            <a:ext cx="11231280" cy="858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rgbClr val="ffffff"/>
                </a:solidFill>
                <a:uFillTx/>
                <a:latin typeface="Tw Cen MT Condensed"/>
              </a:rPr>
              <a:t>Thank You</a:t>
            </a:r>
            <a:endParaRPr b="0" lang="en-US" sz="5000" strike="noStrike" u="none">
              <a:solidFill>
                <a:schemeClr val="dk1"/>
              </a:solidFill>
              <a:uFillTx/>
              <a:latin typeface="Tw Cen MT"/>
            </a:endParaRPr>
          </a:p>
        </p:txBody>
      </p:sp>
      <p:cxnSp>
        <p:nvCxnSpPr>
          <p:cNvPr id="113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>
                <a:lumMod val="20000"/>
                <a:lumOff val="80000"/>
              </a:srgbClr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blip r:embed="rId1"/>
          <a:srcRect l="0" t="0" r="0" b="0"/>
          <a:tile tx="0" ty="0" sx="40000" sy="40000" flip="none" algn="tl"/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12</TotalTime>
  <Application>LibreOfficeDev/24.8.7.2.0$Android_AARCH64 LibreOffice_project/</Application>
  <AppVersion>15.0000</AppVersion>
  <Words>487</Words>
  <Paragraphs>109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Boopalan Sundaramoorthy</cp:lastModifiedBy>
  <dcterms:modified xsi:type="dcterms:W3CDTF">2025-11-01T06:40:26Z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14</vt:i4>
  </property>
</Properties>
</file>